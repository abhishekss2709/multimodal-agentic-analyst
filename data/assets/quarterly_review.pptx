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Supply Chain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On-time delivery, supplier performance,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delivery fell from 94% in Q1 to 63% in Q4</a:t>
            </a:r>
          </a:p>
          <a:p>
            <a:r>
              <a:t>Apex Materials accounts for 27 of 44 delayed dispatches</a:t>
            </a:r>
          </a:p>
          <a:p>
            <a:r>
              <a:t>East region fulfilment trails West by 13 points</a:t>
            </a:r>
          </a:p>
          <a:p>
            <a:r>
              <a:t>Machine downtime rose after bearing shipments were delayed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Escalate Apex Materials to Level 2 review; dual-source spindle bearings; add weekly dispatch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